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C9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6A2E"/>
                </a:solidFill>
                <a:latin typeface="Pretendard"/>
              </a:rPr>
              <a:t>연구 노트 · 논문 초안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Pretendard"/>
              </a:rPr>
              <a:t>ONNX 프론트엔드에서 PyTorch Provenance를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Pretendard"/>
              </a:rPr>
              <a:t>MLIR Location으로 직접 복원하기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D3E0"/>
                </a:solidFill>
                <a:latin typeface="Pretendard"/>
              </a:rPr>
              <a:t>onnx-mlir ImportLoc()/ParseStackTrace() 실험 — stack_trace metadata_props → FileLineColLoc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F9BAC"/>
                </a:solidFill>
                <a:latin typeface="Pretendard"/>
              </a:rPr>
              <a:t>2026-09-14  |  주의: 코드는 로컬 작업 트리에만 존재 (git 커밋 안 됨)  |  실행 환경: 업스트림 onnx-mlir, 일반 MLIR 인프라 기준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2E"/>
                </a:solidFill>
                <a:latin typeface="Pretendard"/>
              </a:rPr>
              <a:t>1. 동기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Pretendard"/>
              </a:rPr>
              <a:t>표준 ONNX 임포터는 provenance를 버린다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onnx-mlir의 기본 ImportLoc()은 node.name만으로 NameLoc을 만든다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5A5F66"/>
                </a:solidFill>
                <a:latin typeface="Pretendard"/>
              </a:rPr>
              <a:t>– PyTorch dynamo exporter가 각 노드에 남긴 pkg.torch.onnx.stack_trace(원본 .py 파일:줄)는 그냥 버려짐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질문: 별도의 외부 파이프라인(#line 투영) 없이, MLIR 임포터 자체가 표준 FileLineColLoc을 만들 수 있는가?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이 실험은 admit 단계 밖 — onnx-mlir "프론트엔드 임포터 내부"를 직접 수정한 것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5A5F66"/>
                </a:solidFill>
                <a:latin typeface="Pretendard"/>
              </a:rPr>
              <a:t>– 실제 ARX 파이프라인의 mlir-arx(PNU 소유)에는 이식 불가 — 순수 연구/논문용 실험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6"/>
                </a:solidFill>
                <a:latin typeface="Pretendard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F66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2E"/>
                </a:solidFill>
                <a:latin typeface="Pretendard"/>
              </a:rPr>
              <a:t>2.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Pretendard"/>
              </a:rPr>
              <a:t>ParseStackTrace() — 문자열에서 (file, line) 추출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6A2E"/>
                </a:solidFill>
                <a:latin typeface="Pretendard"/>
              </a:rPr>
              <a:t>패치된 onnx-mlir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5F66"/>
                </a:solidFill>
                <a:latin typeface="Pretendard"/>
              </a:rPr>
              <a:t>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486400" cy="406908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50">
                <a:solidFill>
                  <a:srgbClr val="E6E6E6"/>
                </a:solidFill>
                <a:latin typeface="Consolas"/>
              </a:rPr>
              <a:t>std::optional&lt;Location&gt; ParseStackTrace(const std::string &amp;trace) {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// 파이썬 트레이스백 첫 프레임: File "&lt;file&gt;", line &lt;N&gt;, ...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size_t q1 = trace.find('"');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size_t q2 = trace.find('"', q1 + 1);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std::string file = trace.substr(q1 + 1, q2 - q1 - 1);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size_t lp = trace.find(", line ", q2) + 7;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unsigned line = 0;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while (isdigit(trace[lp])) line = line*10 + (trace[lp++]-'0');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return FileLineColLoc::get(builder_.getStringAttr(file), line, 0);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5F66"/>
                </a:solidFill>
                <a:latin typeface="Pretendard"/>
              </a:rPr>
              <a:t>src/Builder/FrontendDialectTransformer.cpp (커밋 안 됨) — Python traceback 'File "…", line N' 을 그대로 파싱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55448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7B34"/>
                </a:solidFill>
                <a:latin typeface="Pretendard"/>
              </a:rPr>
              <a:t>ACTUAL OUTPUT (실측)</a:t>
            </a:r>
          </a:p>
        </p:txBody>
      </p:sp>
      <p:pic>
        <p:nvPicPr>
          <p:cNvPr id="11" name="Picture 10" descr="06_method2_run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060192"/>
            <a:ext cx="5257800" cy="13319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5733288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5F66"/>
                </a:solidFill>
                <a:latin typeface="Pretendard"/>
              </a:rPr>
              <a:t>이 코드가 반영된 바이너리로 실제 실행한 로그(터미널 원문)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6"/>
                </a:solidFill>
                <a:latin typeface="Pretendard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F66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2E"/>
                </a:solidFill>
                <a:latin typeface="Pretendard"/>
              </a:rPr>
              <a:t>2.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Pretendard"/>
              </a:rPr>
              <a:t>ImportLoc() — NameLoc + FileLineColLoc → FusedLoc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6A2E"/>
                </a:solidFill>
                <a:latin typeface="Pretendard"/>
              </a:rPr>
              <a:t>실제 출력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5F66"/>
                </a:solidFill>
                <a:latin typeface="Pretendard"/>
              </a:rPr>
              <a:t>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486400" cy="406908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250">
                <a:solidFill>
                  <a:srgbClr val="E6E6E6"/>
                </a:solidFill>
                <a:latin typeface="Consolas"/>
              </a:rPr>
              <a:t>Location ImportLoc(const onnx::NodeProto &amp;node) {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SmallVector&lt;Location, 2&gt; locs;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if (node.has_name())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locs.push_back(NameLoc::get(builder_.getStringAttr(node.name())));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// PyTorch dynamo exporter가 남긴 원본 소스 위치를 복원한다.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for (const auto &amp;entry : node.metadata_props()) {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if (entry.key() != "pkg.torch.onnx.stack_trace")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continue;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if (auto srcLoc = ParseStackTrace(entry.value()))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  locs.push_back(*srcLoc);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  break;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}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if (locs.empty())   return UnknownLoc();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if (locs.size()==1) return locs[0];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  return builder_.getFusedLoc(locs);   // NameLoc + FileLineColLoc</a:t>
            </a:r>
          </a:p>
          <a:p>
            <a:r>
              <a:rPr sz="125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5F66"/>
                </a:solidFill>
                <a:latin typeface="Pretendard"/>
              </a:rPr>
              <a:t>stock 구현은 node.has_name() 분기만 있었음 — metadata_props 순회 루프를 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55448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7B34"/>
                </a:solidFill>
                <a:latin typeface="Pretendard"/>
              </a:rPr>
              <a:t>ACTUAL OUTPUT (실측)</a:t>
            </a:r>
          </a:p>
        </p:txBody>
      </p:sp>
      <p:pic>
        <p:nvPicPr>
          <p:cNvPr id="11" name="Picture 10" descr="07_method2_mlir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165348"/>
            <a:ext cx="5257800" cy="11216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5733288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5F66"/>
                </a:solidFill>
                <a:latin typeface="Pretendard"/>
              </a:rPr>
              <a:t>이 코드가 만들어낸 실제 MLIR 출력(loc 정의 발췌)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6"/>
                </a:solidFill>
                <a:latin typeface="Pretendard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F66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F95"/>
                </a:solidFill>
                <a:latin typeface="Pretendard"/>
              </a:rPr>
              <a:t>3. 실험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Pretendard"/>
              </a:rPr>
              <a:t>3개 모델, 모두 torch.onnx.export(dynamo=True)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03120"/>
                <a:gridCol w="5486400"/>
              </a:tblGrid>
              <a:tr h="5029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ONNX 노드 수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구조 특징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TinyCNN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단일 forward(), 서브모듈 호출 없음 (사용자 스크립트에 직접 정의)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ResNet-18 (torchvision)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ResNet.forward → _forward_impl → BasicBlock.forward (3중 중첩)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MobileNetV2 (torchvision)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4A"/>
                          </a:solidFill>
                        </a:rPr>
                        <a:t>Inverted-residual block 반복 + depthwise conv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6"/>
                </a:solidFill>
                <a:latin typeface="Pretendard"/>
              </a:rPr>
              <a:t>측정 항목: loc(...) 등장 여부 / FusedLoc 여부 / (file,line) 쌍이 서로 다른 노드를 구분하는 정도.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F66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2E"/>
                </a:solidFill>
                <a:latin typeface="Pretendard"/>
              </a:rPr>
              <a:t>4. 결과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Pretendard"/>
              </a:rPr>
              <a:t>TinyCNN — 노드별로 완전히 다른 줄이 정확히 매핑됨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B2A4A"/>
                </a:solidFill>
                <a:latin typeface="Pretendard"/>
              </a:rPr>
              <a:t>▪ MaxPool / Reshape / Linear+ReLU / Linear 4개 연산이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B2A4A"/>
                </a:solidFill>
                <a:latin typeface="Pretendard"/>
              </a:rPr>
              <a:t>▪ 서로 다른 원본 줄(21/22/23/24)에 정확히 매핑됨</a:t>
            </a:r>
          </a:p>
          <a:p>
            <a:pPr lvl="1">
              <a:spcAft>
                <a:spcPts val="500"/>
              </a:spcAft>
            </a:pPr>
            <a:r>
              <a:rPr sz="1550" b="0">
                <a:solidFill>
                  <a:srgbClr val="5A5F66"/>
                </a:solidFill>
                <a:latin typeface="Pretendard"/>
              </a:rPr>
              <a:t>– 각 loc은 NameLoc(node.name)과 FileLineColLoc이 FusedLoc으로 결합</a:t>
            </a:r>
          </a:p>
          <a:p>
            <a:pPr lvl="1">
              <a:spcAft>
                <a:spcPts val="500"/>
              </a:spcAft>
            </a:pPr>
            <a:r>
              <a:rPr sz="1550" b="0">
                <a:solidFill>
                  <a:srgbClr val="5A5F66"/>
                </a:solidFill>
                <a:latin typeface="Pretendard"/>
              </a:rPr>
              <a:t>– MLIR 표준 Location 인프라만으로 표현됨 — 커스텀 attribute 불필요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B2A4A"/>
                </a:solidFill>
                <a:latin typeface="Pretendard"/>
              </a:rPr>
              <a:t>▪ → 별도 파이프라인 없이, MLIR 임포터 패치만으로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B2A4A"/>
                </a:solidFill>
                <a:latin typeface="Pretendard"/>
              </a:rPr>
              <a:t>▪ 노드 단위 provenance 복원이 가능함을 실증(대조군 성공 사례)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7B34"/>
                </a:solidFill>
                <a:latin typeface="Pretendard"/>
              </a:rPr>
              <a:t>ACTUAL OUTPUT (실측)</a:t>
            </a:r>
          </a:p>
        </p:txBody>
      </p:sp>
      <p:pic>
        <p:nvPicPr>
          <p:cNvPr id="8" name="Picture 7" descr="08_method2_tinycnn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200400"/>
            <a:ext cx="5257800" cy="1051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5733288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5F66"/>
                </a:solidFill>
                <a:latin typeface="Pretendard"/>
              </a:rPr>
              <a:t>tinycnn_recheck_with_patch.onnx.mlir 실제 loc 정의 그대로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6"/>
                </a:solidFill>
                <a:latin typeface="Pretendard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F66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2E"/>
                </a:solidFill>
                <a:latin typeface="Pretendard"/>
              </a:rPr>
              <a:t>5. 결과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Pretendard"/>
              </a:rPr>
              <a:t>ResNet-18 / MobileNetV2 — "공용 헬퍼" 효과로 수렴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B2A4A"/>
                </a:solidFill>
                <a:latin typeface="Pretendard"/>
              </a:rPr>
              <a:t>▪ 49개 노드 전부가 단 1개 줄(resnet.py:285)로 수렴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B2A4A"/>
                </a:solidFill>
                <a:latin typeface="Pretendard"/>
              </a:rPr>
              <a:t>▪ MobileNetV2도 100개 노드 전부 → 1개 줄로 동일하게 수렴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B2A4A"/>
                </a:solidFill>
                <a:latin typeface="Pretendard"/>
              </a:rPr>
              <a:t>▪ 원인 (파이썬 쪽에서 먼저 규명, 과제 PPT 참고):</a:t>
            </a:r>
          </a:p>
          <a:p>
            <a:pPr lvl="1">
              <a:spcAft>
                <a:spcPts val="500"/>
              </a:spcAft>
            </a:pPr>
            <a:r>
              <a:rPr sz="1550" b="0">
                <a:solidFill>
                  <a:srgbClr val="5A5F66"/>
                </a:solidFill>
                <a:latin typeface="Pretendard"/>
              </a:rPr>
              <a:t>– stack_trace는 [바깥쪽 호출 → 안쪽 실행 지점] 순서인데,</a:t>
            </a:r>
          </a:p>
          <a:p>
            <a:pPr lvl="1">
              <a:spcAft>
                <a:spcPts val="500"/>
              </a:spcAft>
            </a:pPr>
            <a:r>
              <a:rPr sz="1550" b="0">
                <a:solidFill>
                  <a:srgbClr val="5A5F66"/>
                </a:solidFill>
                <a:latin typeface="Pretendard"/>
              </a:rPr>
              <a:t>– ParseStackTrace()는 문자열의 첫 프레임(=가장 바깥쪽)만 취함</a:t>
            </a:r>
          </a:p>
          <a:p>
            <a:pPr lvl="1">
              <a:spcAft>
                <a:spcPts val="500"/>
              </a:spcAft>
            </a:pPr>
            <a:r>
              <a:rPr sz="1550" b="0">
                <a:solidFill>
                  <a:srgbClr val="5A5F66"/>
                </a:solidFill>
                <a:latin typeface="Pretendard"/>
              </a:rPr>
              <a:t>– forward가 여러 겹이면 바깥쪽 프레임은 모든 연산에 대해 항상 동일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B2A4A"/>
                </a:solidFill>
                <a:latin typeface="Pretendard"/>
              </a:rPr>
              <a:t>▪ → C++도 "가장 안쪽(마지막) 프레임" 우선으로 보완 필요(향후 과제)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7B34"/>
                </a:solidFill>
                <a:latin typeface="Pretendard"/>
              </a:rPr>
              <a:t>ACTUAL OUTPUT (실측)</a:t>
            </a:r>
          </a:p>
        </p:txBody>
      </p:sp>
      <p:pic>
        <p:nvPicPr>
          <p:cNvPr id="8" name="Picture 7" descr="07_method2_mlir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165348"/>
            <a:ext cx="5257800" cy="11216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5733288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5F66"/>
                </a:solidFill>
                <a:latin typeface="Pretendard"/>
              </a:rPr>
              <a:t>resnet18_dynamo_onnxir.onnx.mlir 실제 loc 정의 — 전부 #loc2 하나에 fuse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6"/>
                </a:solidFill>
                <a:latin typeface="Pretendard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F66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2E"/>
                </a:solidFill>
                <a:latin typeface="Pretendard"/>
              </a:rPr>
              <a:t>6. 논의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Pretendard"/>
              </a:rPr>
              <a:t>실제 ARX 프로덕션 파이프라인에 적용 가능한가?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이 방법은 onnx-mlir "ONNX 프론트엔드 임포터 내부"(FrontendDialectTransformer.cpp)를 직접 수정해야 동작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실제 프로덕션에서 이 역할은 PNU 소유의 mlir-arx(라이선스 이슈로 수정 불가)가 대체함</a:t>
            </a:r>
          </a:p>
          <a:p>
            <a:pPr lvl="1">
              <a:spcAft>
                <a:spcPts val="600"/>
              </a:spcAft>
            </a:pPr>
            <a:r>
              <a:rPr sz="1800" b="0">
                <a:solidFill>
                  <a:srgbClr val="5A5F66"/>
                </a:solidFill>
                <a:latin typeface="Pretendard"/>
              </a:rPr>
              <a:t>– → 이 접근은 실제 배포 경로에는 이식 불가. "일반 MLIR 인프라 연구/논문 기여"로서만 유효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실제 배포 경로에서는 기존 방식(admit 외부 전처리 info_track + tail #line 투영 join)이 여전히 유일한 통로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→ 두 결과의 관계: 이 임포터 패치는 "일반 MLIR 인프라가 원리적으로 무엇을 지원할 수 있는지"를 보여주는 상한선 실험, 과제 파이프라인은 "실제 제약(mlir-arx 블랙박스) 안에서 무엇이 가능한지"를 보여주는 실전 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6"/>
                </a:solidFill>
                <a:latin typeface="Pretendard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F66"/>
                </a:solidFill>
                <a:latin typeface="Pretendar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2E"/>
                </a:solidFill>
                <a:latin typeface="Pretendard"/>
              </a:rPr>
              <a:t>7. 현재 상태 및 남은 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Pretendard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코드는 git 미커밋 상태 (작업 트리에만 존재) — 검토 후 커밋/PR 여부 별도 결정 필요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ParseStackTrace()의 "첫 프레임" 편향 보정 (info_track.py의 수정과 동일한 방향)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FusedLoc이 이후 --EmitMLIR/--EmitLLVMIR lowering까지 생존하는지 미검증 (3순위 조사와 연계)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--enable-debug-info(DIScopeForLLVMFuncOpPass)는 별도로 실패 진단됨(Part A2) — 이 패치와는 무관한 경로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upstream onnx-mlir 기여 여부는 라이선스/설계 검토 후 별도 판단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6"/>
                </a:solidFill>
                <a:latin typeface="Pretendard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F66"/>
                </a:solidFill>
                <a:latin typeface="Pretendar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2E"/>
                </a:solidFill>
                <a:latin typeface="Pretendard"/>
              </a:rPr>
              <a:t>부록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Pretendard"/>
              </a:rPr>
              <a:t>산출물 위치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lab/artifacts/resnet18/resnet18_dynamo_onnxir.onnx.mlir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lab/artifacts/mobilenet_v2/mobilenet_v2_dynamo_onnxir.onnx.mlir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lab/artifacts/tinycnn_recheck_with_patch.onnx.mlir  (재실행 재현용)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B2A4A"/>
                </a:solidFill>
                <a:latin typeface="Pretendard"/>
              </a:rPr>
              <a:t>▪ src/Builder/FrontendDialectTransformer.cpp  (커밋 안 된 패치 원본)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6"/>
                </a:solidFill>
                <a:latin typeface="Pretendard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F66"/>
                </a:solidFill>
                <a:latin typeface="Pretendard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