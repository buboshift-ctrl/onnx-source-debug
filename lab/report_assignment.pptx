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6F95"/>
                </a:solidFill>
                <a:latin typeface="Pretendard"/>
              </a:rPr>
              <a:t>재구성형 AI 프로세서 SW 프레임워크 · 4세부(디버거·프로파일러·통합개발환경)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42316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Pretendard"/>
              </a:rPr>
              <a:t>ONNX 디버깅 정보 보존 파이프라인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8D3E0"/>
                </a:solidFill>
                <a:latin typeface="Pretendard"/>
              </a:rPr>
              <a:t>admit(정보 트랙) + tail(코드 트랙) 2-트랙 구조로 #line/DWARF까지 투영 — 과제 진행 보고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35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F9BAC"/>
                </a:solidFill>
                <a:latin typeface="Pretendard"/>
              </a:rPr>
              <a:t>2026-09-14  |  실행 환경: 업스트림 onnx-mlir 0.5.1 (일반 MLIR 인프라 기준, ARX 아님)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6F95"/>
                </a:solidFill>
                <a:latin typeface="Pretendard"/>
              </a:rPr>
              <a:t>1. 배경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Pretendard"/>
              </a:rPr>
              <a:t>문제 정의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1B2A4A"/>
                </a:solidFill>
                <a:latin typeface="Pretendard"/>
              </a:rPr>
              <a:t>▪ ONNX는 표준 스펙상 원본 소스 위치(파일/줄) 정보를 남기지 않는다</a:t>
            </a:r>
          </a:p>
          <a:p>
            <a:pPr lvl="1">
              <a:spcAft>
                <a:spcPts val="600"/>
              </a:spcAft>
            </a:pPr>
            <a:r>
              <a:rPr sz="1800" b="0">
                <a:solidFill>
                  <a:srgbClr val="5A5F66"/>
                </a:solidFill>
                <a:latin typeface="Pretendard"/>
              </a:rPr>
              <a:t>– onnx_node_name(연산 이름)만 남고, 어느 .py 코드에서 왔는지는 기본적으로 소실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B2A4A"/>
                </a:solidFill>
                <a:latin typeface="Pretendard"/>
              </a:rPr>
              <a:t>▪ 목표: MLIR/DWARF 방식을 참고해 실제 중단점 · 변수 추적이 가능한 구조 설계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B2A4A"/>
                </a:solidFill>
                <a:latin typeface="Pretendard"/>
              </a:rPr>
              <a:t>▪ 우리가 수정 가능한 지점은 두 곳뿐</a:t>
            </a:r>
          </a:p>
          <a:p>
            <a:pPr lvl="1">
              <a:spcAft>
                <a:spcPts val="600"/>
              </a:spcAft>
            </a:pPr>
            <a:r>
              <a:rPr sz="1800" b="0">
                <a:solidFill>
                  <a:srgbClr val="5A5F66"/>
                </a:solidFill>
                <a:latin typeface="Pretendard"/>
              </a:rPr>
              <a:t>– admit 단계 — ONNX 로드 직후</a:t>
            </a:r>
          </a:p>
          <a:p>
            <a:pPr lvl="1">
              <a:spcAft>
                <a:spcPts val="600"/>
              </a:spcAft>
            </a:pPr>
            <a:r>
              <a:rPr sz="1800" b="0">
                <a:solidFill>
                  <a:srgbClr val="5A5F66"/>
                </a:solidFill>
                <a:latin typeface="Pretendard"/>
              </a:rPr>
              <a:t>– tail 단계 — EmitC → C 생성 이후</a:t>
            </a:r>
          </a:p>
          <a:p>
            <a:pPr lvl="2">
              <a:spcAft>
                <a:spcPts val="600"/>
              </a:spcAft>
            </a:pPr>
            <a:r>
              <a:rPr sz="1600" b="0">
                <a:solidFill>
                  <a:srgbClr val="5A5F66"/>
                </a:solidFill>
                <a:latin typeface="Pretendard"/>
              </a:rPr>
              <a:t>· 중간 mlir-arx(PNU, LLVM 20, 라이선스 이슈) 컴파일러 내부는 건드리지 않음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F66"/>
                </a:solidFill>
                <a:latin typeface="Pretendard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5F66"/>
                </a:solidFill>
                <a:latin typeface="Pretendard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6F95"/>
                </a:solidFill>
                <a:latin typeface="Pretendard"/>
              </a:rPr>
              <a:t>2. 아키텍처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Pretendard"/>
              </a:rPr>
              <a:t>2-트랙 구조 + 단일 조인점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377440"/>
            <a:ext cx="3413760" cy="18288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info_track.py</a:t>
            </a:r>
          </a:p>
          <a:p>
            <a:pPr algn="ctr"/>
            <a:r>
              <a:rPr sz="1100">
                <a:solidFill>
                  <a:srgbClr val="E9EEF3"/>
                </a:solidFill>
              </a:rPr>
              <a:t>admit · ONNX metadata_props
(pkg.torch.onnx.stack_trace) 파싱</a:t>
            </a:r>
          </a:p>
        </p:txBody>
      </p:sp>
      <p:sp>
        <p:nvSpPr>
          <p:cNvPr id="7" name="Rectangle 6"/>
          <p:cNvSpPr/>
          <p:nvPr/>
        </p:nvSpPr>
        <p:spPr>
          <a:xfrm>
            <a:off x="4373880" y="2377440"/>
            <a:ext cx="3413760" cy="1828800"/>
          </a:xfrm>
          <a:prstGeom prst="rect">
            <a:avLst/>
          </a:prstGeom>
          <a:solidFill>
            <a:srgbClr val="C96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join.py</a:t>
            </a:r>
          </a:p>
          <a:p>
            <a:pPr algn="ctr"/>
            <a:r>
              <a:rPr sz="1100">
                <a:solidFill>
                  <a:srgbClr val="E9EEF3"/>
                </a:solidFill>
              </a:rPr>
              <a:t>유일한 만남 지점
node.name 키로 #line 삽입</a:t>
            </a:r>
          </a:p>
        </p:txBody>
      </p:sp>
      <p:sp>
        <p:nvSpPr>
          <p:cNvPr id="8" name="Rectangle 7"/>
          <p:cNvSpPr/>
          <p:nvPr/>
        </p:nvSpPr>
        <p:spPr>
          <a:xfrm>
            <a:off x="8107680" y="2377440"/>
            <a:ext cx="3413760" cy="18288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code_track.py</a:t>
            </a:r>
          </a:p>
          <a:p>
            <a:pPr algn="ctr"/>
            <a:r>
              <a:rPr sz="1100">
                <a:solidFill>
                  <a:srgbClr val="E9EEF3"/>
                </a:solidFill>
              </a:rPr>
              <a:t>tail 대역 · onnx_node_name
마커 C 생성 (실제 EmitC 자리)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053840" y="3291840"/>
            <a:ext cx="320040" cy="0"/>
          </a:xfrm>
          <a:prstGeom prst="line">
            <a:avLst/>
          </a:prstGeom>
          <a:ln w="28575">
            <a:solidFill>
              <a:srgbClr val="5A5F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787640" y="3291840"/>
            <a:ext cx="320040" cy="0"/>
          </a:xfrm>
          <a:prstGeom prst="line">
            <a:avLst/>
          </a:prstGeom>
          <a:ln w="28575">
            <a:solidFill>
              <a:srgbClr val="5A5F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0080" y="466344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5A5F66"/>
                </a:solidFill>
              </a:rPr>
              <a:t>• 두 트랙은 서로의 내부를 모른다 — join.py만 양쪽을 알고 node.name으로 연결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5A5F66"/>
                </a:solidFill>
              </a:rPr>
              <a:t>• code_track.get_generated_c(onnx_path)→C문자열 시그니처만 유지하면, 부산대 실제 EmitC 출력으로 구현부 교체 가능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5A5F66"/>
                </a:solidFill>
              </a:rPr>
              <a:t>• 결과: gcc -g 컴파일 시 DWARF .debug_line에 원본 .py 파일:줄이 그대로 보존 → 표준 gdb 중단점 동작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F66"/>
                </a:solidFill>
                <a:latin typeface="Pretendard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5F66"/>
                </a:solidFill>
                <a:latin typeface="Pretendard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6F95"/>
                </a:solidFill>
                <a:latin typeface="Pretendard"/>
              </a:rPr>
              <a:t>3. 실행 흐름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Pretendard"/>
              </a:rPr>
              <a:t>run_full_pipeline.py 오케스트레이션 — 다음 5장은 각 단계의 실제 코드+실측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1B2A4A"/>
                </a:solidFill>
                <a:latin typeface="Pretendard"/>
              </a:rPr>
              <a:t>▪ ① info_track.build_locmap(onnx) → locmap.json 저장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B2A4A"/>
                </a:solidFill>
                <a:latin typeface="Pretendard"/>
              </a:rPr>
              <a:t>▪ ② code_track.get_generated_c(onnx) → 데모 C 저장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B2A4A"/>
                </a:solidFill>
                <a:latin typeface="Pretendard"/>
              </a:rPr>
              <a:t>▪ ③ join.inject_with_stats(c, locmap) → #line 투영된 C 저장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B2A4A"/>
                </a:solidFill>
                <a:latin typeface="Pretendard"/>
              </a:rPr>
              <a:t>▪ ④ gcc -g -O0 로 컴파일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B2A4A"/>
                </a:solidFill>
                <a:latin typeface="Pretendard"/>
              </a:rPr>
              <a:t>▪ ⑤ readelf --debug-dump=decodedline / gdb --batch 로 검증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B2A4A"/>
                </a:solidFill>
                <a:latin typeface="Pretendard"/>
              </a:rPr>
              <a:t>▪ ⑥ ①~③을 3회 반복해 바이트 단위 재현성 확인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F66"/>
                </a:solidFill>
                <a:latin typeface="Pretendard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5F66"/>
                </a:solidFill>
                <a:latin typeface="Pretendard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6F95"/>
                </a:solidFill>
                <a:latin typeface="Pretendard"/>
              </a:rPr>
              <a:t>3-1. 단계①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Pretendard"/>
              </a:rPr>
              <a:t>info_track.build_locmap() — ONNX metadata_props → locmap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984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6F95"/>
                </a:solidFill>
                <a:latin typeface="Pretendard"/>
              </a:rPr>
              <a:t>ONNX 로드 (admit)  →  locmap.json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A5F66"/>
                </a:solidFill>
                <a:latin typeface="Pretendard"/>
              </a:rPr>
              <a:t>CODE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5486400" cy="4069080"/>
          </a:xfrm>
          <a:prstGeom prst="rect">
            <a:avLst/>
          </a:prstGeom>
          <a:solidFill>
            <a:srgbClr val="22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250">
                <a:solidFill>
                  <a:srgbClr val="E6E6E6"/>
                </a:solidFill>
                <a:latin typeface="Consolas"/>
              </a:rPr>
              <a:t>def _pick_user_frame(frames):</a:t>
            </a:r>
          </a:p>
          <a:p>
            <a:r>
              <a:rPr sz="1250">
                <a:solidFill>
                  <a:srgbClr val="E6E6E6"/>
                </a:solidFill>
                <a:latin typeface="Consolas"/>
              </a:rPr>
              <a:t>    """가장 안쪽(마지막) 비-프레임워크 프레임 우선. (이번 세션에 수정)"""</a:t>
            </a:r>
          </a:p>
          <a:p>
            <a:r>
              <a:rPr sz="1250">
                <a:solidFill>
                  <a:srgbClr val="E6E6E6"/>
                </a:solidFill>
                <a:latin typeface="Consolas"/>
              </a:rPr>
              <a:t>    if not frames:</a:t>
            </a:r>
          </a:p>
          <a:p>
            <a:r>
              <a:rPr sz="1250">
                <a:solidFill>
                  <a:srgbClr val="E6E6E6"/>
                </a:solidFill>
                <a:latin typeface="Consolas"/>
              </a:rPr>
              <a:t>        return None</a:t>
            </a:r>
          </a:p>
          <a:p>
            <a:r>
              <a:rPr sz="1250">
                <a:solidFill>
                  <a:srgbClr val="E6E6E6"/>
                </a:solidFill>
                <a:latin typeface="Consolas"/>
              </a:rPr>
              <a:t>    for fr in reversed(frames):</a:t>
            </a:r>
          </a:p>
          <a:p>
            <a:r>
              <a:rPr sz="1250">
                <a:solidFill>
                  <a:srgbClr val="E6E6E6"/>
                </a:solidFill>
                <a:latin typeface="Consolas"/>
              </a:rPr>
              <a:t>        if not any(m in fr["file"] for m in _FRAMEWORK_MARKERS):</a:t>
            </a:r>
          </a:p>
          <a:p>
            <a:r>
              <a:rPr sz="1250">
                <a:solidFill>
                  <a:srgbClr val="E6E6E6"/>
                </a:solidFill>
                <a:latin typeface="Consolas"/>
              </a:rPr>
              <a:t>            return fr</a:t>
            </a:r>
          </a:p>
          <a:p>
            <a:r>
              <a:rPr sz="1250">
                <a:solidFill>
                  <a:srgbClr val="E6E6E6"/>
                </a:solidFill>
                <a:latin typeface="Consolas"/>
              </a:rPr>
              <a:t>    return frames[-1]</a:t>
            </a:r>
          </a:p>
          <a:p>
            <a:r>
              <a:rPr sz="1250">
                <a:solidFill>
                  <a:srgbClr val="E6E6E6"/>
                </a:solidFill>
                <a:latin typeface="Consolas"/>
              </a:rPr>
              <a:t> </a:t>
            </a:r>
          </a:p>
          <a:p>
            <a:r>
              <a:rPr sz="1250">
                <a:solidFill>
                  <a:srgbClr val="E6E6E6"/>
                </a:solidFill>
                <a:latin typeface="Consolas"/>
              </a:rPr>
              <a:t># _build_from_model() 안에서:</a:t>
            </a:r>
          </a:p>
          <a:p>
            <a:r>
              <a:rPr sz="1250">
                <a:solidFill>
                  <a:srgbClr val="E6E6E6"/>
                </a:solidFill>
                <a:latin typeface="Consolas"/>
              </a:rPr>
              <a:t>stack_trace = md.get("pkg.torch.onnx.stack_trace", "")</a:t>
            </a:r>
          </a:p>
          <a:p>
            <a:r>
              <a:rPr sz="1250">
                <a:solidFill>
                  <a:srgbClr val="E6E6E6"/>
                </a:solidFill>
                <a:latin typeface="Consolas"/>
              </a:rPr>
              <a:t>frames = _parse_stack_trace(stack_trace) if stack_trace else []</a:t>
            </a:r>
          </a:p>
          <a:p>
            <a:r>
              <a:rPr sz="1250">
                <a:solidFill>
                  <a:srgbClr val="E6E6E6"/>
                </a:solidFill>
                <a:latin typeface="Consolas"/>
              </a:rPr>
              <a:t>user_frame = _pick_user_frame(frames)</a:t>
            </a:r>
          </a:p>
          <a:p>
            <a:r>
              <a:rPr sz="1250">
                <a:solidFill>
                  <a:srgbClr val="E6E6E6"/>
                </a:solidFill>
                <a:latin typeface="Consolas"/>
              </a:rPr>
              <a:t>if user_frame is not None:</a:t>
            </a:r>
          </a:p>
          <a:p>
            <a:r>
              <a:rPr sz="1250">
                <a:solidFill>
                  <a:srgbClr val="E6E6E6"/>
                </a:solidFill>
                <a:latin typeface="Consolas"/>
              </a:rPr>
              <a:t>    entry["file"] = _rel(user_frame["file"], relative_to)</a:t>
            </a:r>
          </a:p>
          <a:p>
            <a:r>
              <a:rPr sz="1250">
                <a:solidFill>
                  <a:srgbClr val="E6E6E6"/>
                </a:solidFill>
                <a:latin typeface="Consolas"/>
              </a:rPr>
              <a:t>    entry["line"] = user_frame["line"]</a:t>
            </a:r>
          </a:p>
          <a:p>
            <a:r>
              <a:rPr sz="1250">
                <a:solidFill>
                  <a:srgbClr val="E6E6E6"/>
                </a:solidFill>
                <a:latin typeface="Consolas"/>
              </a:rPr>
              <a:t>    entry["source"] = user_frame["source"]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436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A5F66"/>
                </a:solidFill>
                <a:latin typeface="Pretendard"/>
              </a:rPr>
              <a:t>debug_info_investigation/info_track.py — 실제 소스(이번 세션 수정분)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554480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7B34"/>
                </a:solidFill>
                <a:latin typeface="Pretendard"/>
              </a:rPr>
              <a:t>ACTUAL OUTPUT (실측)</a:t>
            </a:r>
          </a:p>
        </p:txBody>
      </p:sp>
      <p:pic>
        <p:nvPicPr>
          <p:cNvPr id="11" name="Picture 10" descr="01_info_track_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2797302"/>
            <a:ext cx="5257800" cy="1857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63640" y="5733288"/>
            <a:ext cx="5257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A5F66"/>
                </a:solidFill>
                <a:latin typeface="Pretendard"/>
              </a:rPr>
              <a:t>resnet18_dynamo.locmap.json에서 node_Conv_292 항목 그대로 발췌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F66"/>
                </a:solidFill>
                <a:latin typeface="Pretendard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5F66"/>
                </a:solidFill>
                <a:latin typeface="Pretendard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6F95"/>
                </a:solidFill>
                <a:latin typeface="Pretendard"/>
              </a:rPr>
              <a:t>3-2. 단계②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Pretendard"/>
              </a:rPr>
              <a:t>code_track.get_generated_c() — 노드당 마커 붙은 데모 C 생성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984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6F95"/>
                </a:solidFill>
                <a:latin typeface="Pretendard"/>
              </a:rPr>
              <a:t>EmitC→C (tail 대역)  →  kernels.c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A5F66"/>
                </a:solidFill>
                <a:latin typeface="Pretendard"/>
              </a:rPr>
              <a:t>CODE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5486400" cy="4069080"/>
          </a:xfrm>
          <a:prstGeom prst="rect">
            <a:avLst/>
          </a:prstGeom>
          <a:solidFill>
            <a:srgbClr val="22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250">
                <a:solidFill>
                  <a:srgbClr val="E6E6E6"/>
                </a:solidFill>
                <a:latin typeface="Consolas"/>
              </a:rPr>
              <a:t>def _synth_demo_c(graph_nodes):</a:t>
            </a:r>
          </a:p>
          <a:p>
            <a:r>
              <a:rPr sz="1250">
                <a:solidFill>
                  <a:srgbClr val="E6E6E6"/>
                </a:solidFill>
                <a:latin typeface="Consolas"/>
              </a:rPr>
              <a:t>    # graph_nodes: [(node_name, op_type), ...] 그래프 순서 그대로</a:t>
            </a:r>
          </a:p>
          <a:p>
            <a:r>
              <a:rPr sz="1250">
                <a:solidFill>
                  <a:srgbClr val="E6E6E6"/>
                </a:solidFill>
                <a:latin typeface="Consolas"/>
              </a:rPr>
              <a:t>    for name, op in graph_nodes:</a:t>
            </a:r>
          </a:p>
          <a:p>
            <a:r>
              <a:rPr sz="1250">
                <a:solidFill>
                  <a:srgbClr val="E6E6E6"/>
                </a:solidFill>
                <a:latin typeface="Consolas"/>
              </a:rPr>
              <a:t>        fn = _fn_name(name)</a:t>
            </a:r>
          </a:p>
          <a:p>
            <a:r>
              <a:rPr sz="1250">
                <a:solidFill>
                  <a:srgbClr val="E6E6E6"/>
                </a:solidFill>
                <a:latin typeface="Consolas"/>
              </a:rPr>
              <a:t>        L += [</a:t>
            </a:r>
          </a:p>
          <a:p>
            <a:r>
              <a:rPr sz="1250">
                <a:solidFill>
                  <a:srgbClr val="E6E6E6"/>
                </a:solidFill>
                <a:latin typeface="Consolas"/>
              </a:rPr>
              <a:t>          f"static void {fn}(float *buf, size_t n) {{",</a:t>
            </a:r>
          </a:p>
          <a:p>
            <a:r>
              <a:rPr sz="1250">
                <a:solidFill>
                  <a:srgbClr val="E6E6E6"/>
                </a:solidFill>
                <a:latin typeface="Consolas"/>
              </a:rPr>
              <a:t>          f"/* onnx_node_name: {name}   op={op} */",</a:t>
            </a:r>
          </a:p>
          <a:p>
            <a:r>
              <a:rPr sz="1250">
                <a:solidFill>
                  <a:srgbClr val="E6E6E6"/>
                </a:solidFill>
                <a:latin typeface="Consolas"/>
              </a:rPr>
              <a:t>          f"  for (size_t i = 0; i &lt; n; ++i)",</a:t>
            </a:r>
          </a:p>
          <a:p>
            <a:r>
              <a:rPr sz="1250">
                <a:solidFill>
                  <a:srgbClr val="E6E6E6"/>
                </a:solidFill>
                <a:latin typeface="Consolas"/>
              </a:rPr>
              <a:t>          f"    buf[i] = buf[i] * 1.0f + 0.0f;",</a:t>
            </a:r>
          </a:p>
          <a:p>
            <a:r>
              <a:rPr sz="1250">
                <a:solidFill>
                  <a:srgbClr val="E6E6E6"/>
                </a:solidFill>
                <a:latin typeface="Consolas"/>
              </a:rPr>
              <a:t>          "/* onnx_node_end */",</a:t>
            </a:r>
          </a:p>
          <a:p>
            <a:r>
              <a:rPr sz="1250">
                <a:solidFill>
                  <a:srgbClr val="E6E6E6"/>
                </a:solidFill>
                <a:latin typeface="Consolas"/>
              </a:rPr>
              <a:t>          "}",</a:t>
            </a:r>
          </a:p>
          <a:p>
            <a:r>
              <a:rPr sz="1250">
                <a:solidFill>
                  <a:srgbClr val="E6E6E6"/>
                </a:solidFill>
                <a:latin typeface="Consolas"/>
              </a:rPr>
              <a:t>        ]</a:t>
            </a:r>
          </a:p>
          <a:p>
            <a:r>
              <a:rPr sz="1250">
                <a:solidFill>
                  <a:srgbClr val="E6E6E6"/>
                </a:solidFill>
                <a:latin typeface="Consolas"/>
              </a:rPr>
              <a:t> </a:t>
            </a:r>
          </a:p>
          <a:p>
            <a:r>
              <a:rPr sz="1250">
                <a:solidFill>
                  <a:srgbClr val="E6E6E6"/>
                </a:solidFill>
                <a:latin typeface="Consolas"/>
              </a:rPr>
              <a:t>def get_generated_c(onnx_path):</a:t>
            </a:r>
          </a:p>
          <a:p>
            <a:r>
              <a:rPr sz="1250">
                <a:solidFill>
                  <a:srgbClr val="E6E6E6"/>
                </a:solidFill>
                <a:latin typeface="Consolas"/>
              </a:rPr>
              <a:t>    # provenance(locmap)는 전혀 읽지 않는다 — node.name/op_type만 읽음</a:t>
            </a:r>
          </a:p>
          <a:p>
            <a:r>
              <a:rPr sz="1250">
                <a:solidFill>
                  <a:srgbClr val="E6E6E6"/>
                </a:solidFill>
                <a:latin typeface="Consolas"/>
              </a:rPr>
              <a:t>    model = onnx.load(onnx_path)</a:t>
            </a:r>
          </a:p>
          <a:p>
            <a:r>
              <a:rPr sz="1250">
                <a:solidFill>
                  <a:srgbClr val="E6E6E6"/>
                </a:solidFill>
                <a:latin typeface="Consolas"/>
              </a:rPr>
              <a:t>    ...</a:t>
            </a:r>
          </a:p>
          <a:p>
            <a:r>
              <a:rPr sz="1250">
                <a:solidFill>
                  <a:srgbClr val="E6E6E6"/>
                </a:solidFill>
                <a:latin typeface="Consolas"/>
              </a:rPr>
              <a:t>    return _synth_demo_c(graph_nodes)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436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A5F66"/>
                </a:solidFill>
                <a:latin typeface="Pretendard"/>
              </a:rPr>
              <a:t>debug_info_investigation/code_track.py — 실제 harx/EmitC 자리의 데모 대역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554480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7B34"/>
                </a:solidFill>
                <a:latin typeface="Pretendard"/>
              </a:rPr>
              <a:t>ACTUAL OUTPUT (실측)</a:t>
            </a:r>
          </a:p>
        </p:txBody>
      </p:sp>
      <p:pic>
        <p:nvPicPr>
          <p:cNvPr id="11" name="Picture 10" descr="02_code_track_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3060192"/>
            <a:ext cx="5257800" cy="13319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63640" y="5733288"/>
            <a:ext cx="5257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A5F66"/>
                </a:solidFill>
                <a:latin typeface="Pretendard"/>
              </a:rPr>
              <a:t>resnet18_dynamo_kernels.c에서 node_Conv_292 함수 블록 그대로 발췌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F66"/>
                </a:solidFill>
                <a:latin typeface="Pretendard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5F66"/>
                </a:solidFill>
                <a:latin typeface="Pretendard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6F95"/>
                </a:solidFill>
                <a:latin typeface="Pretendard"/>
              </a:rPr>
              <a:t>3-3. 단계③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Pretendard"/>
              </a:rPr>
              <a:t>join.inject_with_stats() — 유일한 만남 지점, #line 삽입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984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6F95"/>
                </a:solidFill>
                <a:latin typeface="Pretendard"/>
              </a:rPr>
              <a:t>join  →  kernels.line.c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A5F66"/>
                </a:solidFill>
                <a:latin typeface="Pretendard"/>
              </a:rPr>
              <a:t>CODE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5486400" cy="4069080"/>
          </a:xfrm>
          <a:prstGeom prst="rect">
            <a:avLst/>
          </a:prstGeom>
          <a:solidFill>
            <a:srgbClr val="22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250">
                <a:solidFill>
                  <a:srgbClr val="E6E6E6"/>
                </a:solidFill>
                <a:latin typeface="Consolas"/>
              </a:rPr>
              <a:t>for raw in lines:</a:t>
            </a:r>
          </a:p>
          <a:p>
            <a:r>
              <a:rPr sz="1250">
                <a:solidFill>
                  <a:srgbClr val="E6E6E6"/>
                </a:solidFill>
                <a:latin typeface="Consolas"/>
              </a:rPr>
              <a:t>    m = _MARKER_RE.search(raw)   # /* onnx_node_name: &lt;name&gt; */</a:t>
            </a:r>
          </a:p>
          <a:p>
            <a:r>
              <a:rPr sz="1250">
                <a:solidFill>
                  <a:srgbClr val="E6E6E6"/>
                </a:solidFill>
                <a:latin typeface="Consolas"/>
              </a:rPr>
              <a:t>    if m:</a:t>
            </a:r>
          </a:p>
          <a:p>
            <a:r>
              <a:rPr sz="1250">
                <a:solidFill>
                  <a:srgbClr val="E6E6E6"/>
                </a:solidFill>
                <a:latin typeface="Consolas"/>
              </a:rPr>
              <a:t>        name = m.group("name")</a:t>
            </a:r>
          </a:p>
          <a:p>
            <a:r>
              <a:rPr sz="1250">
                <a:solidFill>
                  <a:srgbClr val="E6E6E6"/>
                </a:solidFill>
                <a:latin typeface="Consolas"/>
              </a:rPr>
              <a:t>        out.append(raw)                 # 마커 줄은 그대로 둠</a:t>
            </a:r>
          </a:p>
          <a:p>
            <a:r>
              <a:rPr sz="1250">
                <a:solidFill>
                  <a:srgbClr val="E6E6E6"/>
                </a:solidFill>
                <a:latin typeface="Consolas"/>
              </a:rPr>
              <a:t>        entry = nodes.get(name)         # locmap에서 같은 node.name 조회</a:t>
            </a:r>
          </a:p>
          <a:p>
            <a:r>
              <a:rPr sz="1250">
                <a:solidFill>
                  <a:srgbClr val="E6E6E6"/>
                </a:solidFill>
                <a:latin typeface="Consolas"/>
              </a:rPr>
              <a:t>        if entry and "file" in entry and "line" in entry:</a:t>
            </a:r>
          </a:p>
          <a:p>
            <a:r>
              <a:rPr sz="1250">
                <a:solidFill>
                  <a:srgbClr val="E6E6E6"/>
                </a:solidFill>
                <a:latin typeface="Consolas"/>
              </a:rPr>
              <a:t>            f = _resolve(entry["file"], path_base)</a:t>
            </a:r>
          </a:p>
          <a:p>
            <a:r>
              <a:rPr sz="1250">
                <a:solidFill>
                  <a:srgbClr val="E6E6E6"/>
                </a:solidFill>
                <a:latin typeface="Consolas"/>
              </a:rPr>
              <a:t>            out.append(f'#line {int(entry["line"])} "{f}"')</a:t>
            </a:r>
          </a:p>
          <a:p>
            <a:r>
              <a:rPr sz="1250">
                <a:solidFill>
                  <a:srgbClr val="E6E6E6"/>
                </a:solidFill>
                <a:latin typeface="Consolas"/>
              </a:rPr>
              <a:t>            directives += 1</a:t>
            </a:r>
          </a:p>
          <a:p>
            <a:r>
              <a:rPr sz="1250">
                <a:solidFill>
                  <a:srgbClr val="E6E6E6"/>
                </a:solidFill>
                <a:latin typeface="Consolas"/>
              </a:rPr>
              <a:t>            matched.append(name)</a:t>
            </a:r>
          </a:p>
          <a:p>
            <a:r>
              <a:rPr sz="1250">
                <a:solidFill>
                  <a:srgbClr val="E6E6E6"/>
                </a:solidFill>
                <a:latin typeface="Consolas"/>
              </a:rPr>
              <a:t>        else:</a:t>
            </a:r>
          </a:p>
          <a:p>
            <a:r>
              <a:rPr sz="1250">
                <a:solidFill>
                  <a:srgbClr val="E6E6E6"/>
                </a:solidFill>
                <a:latin typeface="Consolas"/>
              </a:rPr>
              <a:t>            unknown.append(name)</a:t>
            </a:r>
          </a:p>
          <a:p>
            <a:r>
              <a:rPr sz="1250">
                <a:solidFill>
                  <a:srgbClr val="E6E6E6"/>
                </a:solidFill>
                <a:latin typeface="Consolas"/>
              </a:rPr>
              <a:t>        continue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436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A5F66"/>
                </a:solidFill>
                <a:latin typeface="Pretendard"/>
              </a:rPr>
              <a:t>debug_info_investigation/join.py — 조인 키는 오직 node.name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554480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7B34"/>
                </a:solidFill>
                <a:latin typeface="Pretendard"/>
              </a:rPr>
              <a:t>ACTUAL OUTPUT (실측)</a:t>
            </a:r>
          </a:p>
        </p:txBody>
      </p:sp>
      <p:pic>
        <p:nvPicPr>
          <p:cNvPr id="11" name="Picture 10" descr="03_join_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3060192"/>
            <a:ext cx="5257800" cy="13319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63640" y="5733288"/>
            <a:ext cx="5257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A5F66"/>
                </a:solidFill>
                <a:latin typeface="Pretendard"/>
              </a:rPr>
              <a:t>kernels.c → kernels.line.c diff: #line 2줄 삽입(진입+복귀)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F66"/>
                </a:solidFill>
                <a:latin typeface="Pretendard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5F66"/>
                </a:solidFill>
                <a:latin typeface="Pretendard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6F95"/>
                </a:solidFill>
                <a:latin typeface="Pretendard"/>
              </a:rPr>
              <a:t>3-4. 단계④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Pretendard"/>
              </a:rPr>
              <a:t>gcc -g -O0 — #line이 표준 DWARF .debug_line으로 그대로 lowering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984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6F95"/>
                </a:solidFill>
                <a:latin typeface="Pretendard"/>
              </a:rPr>
              <a:t>gcc -g -O0  →  kernels_dbg (ELF)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A5F66"/>
                </a:solidFill>
                <a:latin typeface="Pretendard"/>
              </a:rPr>
              <a:t>CODE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5486400" cy="4069080"/>
          </a:xfrm>
          <a:prstGeom prst="rect">
            <a:avLst/>
          </a:prstGeom>
          <a:solidFill>
            <a:srgbClr val="22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250">
                <a:solidFill>
                  <a:srgbClr val="E6E6E6"/>
                </a:solidFill>
                <a:latin typeface="Consolas"/>
              </a:rPr>
              <a:t># run_full_pipeline.py, run() 안에서:</a:t>
            </a:r>
          </a:p>
          <a:p>
            <a:r>
              <a:rPr sz="1250">
                <a:solidFill>
                  <a:srgbClr val="E6E6E6"/>
                </a:solidFill>
                <a:latin typeface="Consolas"/>
              </a:rPr>
              <a:t>comp = _run(["gcc", "-g", "-O0", "-o", bin_path, line_c_path])</a:t>
            </a:r>
          </a:p>
          <a:p>
            <a:r>
              <a:rPr sz="1250">
                <a:solidFill>
                  <a:srgbClr val="E6E6E6"/>
                </a:solidFill>
                <a:latin typeface="Consolas"/>
              </a:rPr>
              <a:t>if comp.returncode != 0:</a:t>
            </a:r>
          </a:p>
          <a:p>
            <a:r>
              <a:rPr sz="1250">
                <a:solidFill>
                  <a:srgbClr val="E6E6E6"/>
                </a:solidFill>
                <a:latin typeface="Consolas"/>
              </a:rPr>
              <a:t>    return {"ok": False, "error": "gcc 실패", "stderr": comp.stderr}</a:t>
            </a:r>
          </a:p>
          <a:p>
            <a:r>
              <a:rPr sz="1250">
                <a:solidFill>
                  <a:srgbClr val="E6E6E6"/>
                </a:solidFill>
                <a:latin typeface="Consolas"/>
              </a:rPr>
              <a:t> </a:t>
            </a:r>
          </a:p>
          <a:p>
            <a:r>
              <a:rPr sz="1250">
                <a:solidFill>
                  <a:srgbClr val="E6E6E6"/>
                </a:solidFill>
                <a:latin typeface="Consolas"/>
              </a:rPr>
              <a:t># _run()은 subprocess.run(cmd, capture_output=True, text=True)</a:t>
            </a:r>
          </a:p>
          <a:p>
            <a:r>
              <a:rPr sz="1250">
                <a:solidFill>
                  <a:srgbClr val="E6E6E6"/>
                </a:solidFill>
                <a:latin typeface="Consolas"/>
              </a:rPr>
              <a:t># 이 도커의 특수 처리 없음 — 표준 gcc 그대로 사용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436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A5F66"/>
                </a:solidFill>
                <a:latin typeface="Pretendard"/>
              </a:rPr>
              <a:t>run_full_pipeline.py — gcc 호출부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554480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7B34"/>
                </a:solidFill>
                <a:latin typeface="Pretendard"/>
              </a:rPr>
              <a:t>ACTUAL OUTPUT (실측)</a:t>
            </a:r>
          </a:p>
        </p:txBody>
      </p:sp>
      <p:pic>
        <p:nvPicPr>
          <p:cNvPr id="11" name="Picture 10" descr="04_gcc_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3217926"/>
            <a:ext cx="5257800" cy="10165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63640" y="5733288"/>
            <a:ext cx="5257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A5F66"/>
                </a:solidFill>
                <a:latin typeface="Pretendard"/>
              </a:rPr>
              <a:t>실제 재실행: 종료코드 0, file 명령으로 debug_info 존재 확인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F66"/>
                </a:solidFill>
                <a:latin typeface="Pretendard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5F66"/>
                </a:solidFill>
                <a:latin typeface="Pretendard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6F95"/>
                </a:solidFill>
                <a:latin typeface="Pretendard"/>
              </a:rPr>
              <a:t>3-5. 단계⑤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Pretendard"/>
              </a:rPr>
              <a:t>verify_dwarf() — readelf/gdb로 실측 검증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984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6F95"/>
                </a:solidFill>
                <a:latin typeface="Pretendard"/>
              </a:rPr>
              <a:t>검증  →  pipeline_report.json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A5F66"/>
                </a:solidFill>
                <a:latin typeface="Pretendard"/>
              </a:rPr>
              <a:t>CODE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5486400" cy="4069080"/>
          </a:xfrm>
          <a:prstGeom prst="rect">
            <a:avLst/>
          </a:prstGeom>
          <a:solidFill>
            <a:srgbClr val="22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250">
                <a:solidFill>
                  <a:srgbClr val="E6E6E6"/>
                </a:solidFill>
                <a:latin typeface="Consolas"/>
              </a:rPr>
              <a:t>rd = _run(["readelf", "--debug-dump=decodedline", binary])</a:t>
            </a:r>
          </a:p>
          <a:p>
            <a:r>
              <a:rPr sz="1250">
                <a:solidFill>
                  <a:srgbClr val="E6E6E6"/>
                </a:solidFill>
                <a:latin typeface="Consolas"/>
              </a:rPr>
              <a:t>decoded = rd.stdout</a:t>
            </a:r>
          </a:p>
          <a:p>
            <a:r>
              <a:rPr sz="1250">
                <a:solidFill>
                  <a:srgbClr val="E6E6E6"/>
                </a:solidFill>
                <a:latin typeface="Consolas"/>
              </a:rPr>
              <a:t># .py 파일명이 .debug_line에 등장하는지, 투영한 (파일,줄)이</a:t>
            </a:r>
          </a:p>
          <a:p>
            <a:r>
              <a:rPr sz="1250">
                <a:solidFill>
                  <a:srgbClr val="E6E6E6"/>
                </a:solidFill>
                <a:latin typeface="Consolas"/>
              </a:rPr>
              <a:t># 라인테이블에 그대로 있는지 파싱해서 대조</a:t>
            </a:r>
          </a:p>
          <a:p>
            <a:r>
              <a:rPr sz="1250">
                <a:solidFill>
                  <a:srgbClr val="E6E6E6"/>
                </a:solidFill>
                <a:latin typeface="Consolas"/>
              </a:rPr>
              <a:t> </a:t>
            </a:r>
          </a:p>
          <a:p>
            <a:r>
              <a:rPr sz="1250">
                <a:solidFill>
                  <a:srgbClr val="E6E6E6"/>
                </a:solidFill>
                <a:latin typeface="Consolas"/>
              </a:rPr>
              <a:t>g = _run(["gdb", "--batch", "-nx",</a:t>
            </a:r>
          </a:p>
          <a:p>
            <a:r>
              <a:rPr sz="1250">
                <a:solidFill>
                  <a:srgbClr val="E6E6E6"/>
                </a:solidFill>
                <a:latin typeface="Consolas"/>
              </a:rPr>
              <a:t>          "-ex", f"break {pyb}:{pyl}",</a:t>
            </a:r>
          </a:p>
          <a:p>
            <a:r>
              <a:rPr sz="1250">
                <a:solidFill>
                  <a:srgbClr val="E6E6E6"/>
                </a:solidFill>
                <a:latin typeface="Consolas"/>
              </a:rPr>
              <a:t>          "-ex", f"info line {pyb}:{pyl}",</a:t>
            </a:r>
          </a:p>
          <a:p>
            <a:r>
              <a:rPr sz="1250">
                <a:solidFill>
                  <a:srgbClr val="E6E6E6"/>
                </a:solidFill>
                <a:latin typeface="Consolas"/>
              </a:rPr>
              <a:t>          binary])</a:t>
            </a:r>
          </a:p>
          <a:p>
            <a:r>
              <a:rPr sz="1250">
                <a:solidFill>
                  <a:srgbClr val="E6E6E6"/>
                </a:solidFill>
                <a:latin typeface="Consolas"/>
              </a:rPr>
              <a:t># "in &lt;fn&gt;" 또는 "&lt;fn&gt;" 문자열이 출력에 있으면</a:t>
            </a:r>
          </a:p>
          <a:p>
            <a:r>
              <a:rPr sz="1250">
                <a:solidFill>
                  <a:srgbClr val="E6E6E6"/>
                </a:solidFill>
                <a:latin typeface="Consolas"/>
              </a:rPr>
              <a:t># 그 노드 함수 주소에 실제로 바인딩된 것으로 판정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436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A5F66"/>
                </a:solidFill>
                <a:latin typeface="Pretendard"/>
              </a:rPr>
              <a:t>run_full_pipeline.py — verify_dwarf()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554480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7B34"/>
                </a:solidFill>
                <a:latin typeface="Pretendard"/>
              </a:rPr>
              <a:t>ACTUAL OUTPUT (실측)</a:t>
            </a:r>
          </a:p>
        </p:txBody>
      </p:sp>
      <p:pic>
        <p:nvPicPr>
          <p:cNvPr id="11" name="Picture 10" descr="05_verify_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2955036"/>
            <a:ext cx="5257800" cy="154228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63640" y="5733288"/>
            <a:ext cx="5257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A5F66"/>
                </a:solidFill>
                <a:latin typeface="Pretendard"/>
              </a:rPr>
              <a:t>resnet18_dynamo_pipeline_report.json에 저장된 실측 원문 그대로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F66"/>
                </a:solidFill>
                <a:latin typeface="Pretendard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5F66"/>
                </a:solidFill>
                <a:latin typeface="Pretendard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6F95"/>
                </a:solidFill>
                <a:latin typeface="Pretendard"/>
              </a:rPr>
              <a:t>4. 회귀 확인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Pretendard"/>
              </a:rPr>
              <a:t>기존 검증 — TinyCNN (5-노드, 2026-09-03 v3 완료분)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91640"/>
          <a:ext cx="1088136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0"/>
                <a:gridCol w="2651760"/>
              </a:tblGrid>
              <a:tr h="483325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검사 항목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결과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4A"/>
                          </a:solidFill>
                        </a:rPr>
                        <a:t>조인 매칭 (5개 노드 전부)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4A"/>
                          </a:solidFill>
                        </a:rPr>
                        <a:t>5/5 매칭, 미매칭 0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4A"/>
                          </a:solidFill>
                        </a:rPr>
                        <a:t>gcc -g → .debug_line 생성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7B34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4A"/>
                          </a:solidFill>
                        </a:rPr>
                        <a:t>원본 .py 파일명이 DWARF에 등장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7B34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4A"/>
                          </a:solidFill>
                        </a:rPr>
                        <a:t>투영된 (파일,줄) 조합이 라인테이블에 존재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7B34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4A"/>
                          </a:solidFill>
                        </a:rPr>
                        <a:t>gdb break 원본.py:21 → 노드 함수 바인딩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7B34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48333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4A"/>
                          </a:solidFill>
                        </a:rPr>
                        <a:t>3회 반복 바이트 동일 (locmap / 투영 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7B34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7395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F66"/>
                </a:solidFill>
                <a:latin typeface="Pretendard"/>
              </a:rPr>
              <a:t>새 기술 검증 아님 — 오늘 새로 돌린 복잡한 모델 2개(다음 슬라이드)의 비교 기준선.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5F66"/>
                </a:solidFill>
                <a:latin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6F95"/>
                </a:solidFill>
                <a:latin typeface="Pretendard"/>
              </a:rPr>
              <a:t>5. 신규 예제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Pretendard"/>
              </a:rPr>
              <a:t>ResNet-18 (torchvision, dynamo export)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91640"/>
          <a:ext cx="1088136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3920"/>
                <a:gridCol w="2377440"/>
              </a:tblGrid>
              <a:tr h="475488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항목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값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4A"/>
                          </a:solidFill>
                        </a:rPr>
                        <a:t>ONNX 노드 수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4A"/>
                          </a:solidFill>
                        </a:rPr>
                        <a:t>49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4A"/>
                          </a:solidFill>
                        </a:rPr>
                        <a:t>provenance(metadata_props) 매핑된 노드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4A"/>
                          </a:solidFill>
                        </a:rPr>
                        <a:t>49 / 49 (100%)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4A"/>
                          </a:solidFill>
                        </a:rPr>
                        <a:t>join 매칭 / 미매칭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4A"/>
                          </a:solidFill>
                        </a:rPr>
                        <a:t>49 / 0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4A"/>
                          </a:solidFill>
                        </a:rPr>
                        <a:t>삽입된 #line 지시자 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4A"/>
                          </a:solidFill>
                        </a:rPr>
                        <a:t>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4A"/>
                          </a:solidFill>
                        </a:rPr>
                        <a:t>gcc -g 로 .debug_line 섹션이 생성됨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7B34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4A"/>
                          </a:solidFill>
                        </a:rPr>
                        <a:t>.debug_line 에 원본 .py 파일명이 등장 (['activation.py', 'batchnorm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7B34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4A"/>
                          </a:solidFill>
                        </a:rPr>
                        <a:t>투영한 (py파일,라인) 조합이 DWARF 라인테이블에 그대로 존재  [('activation.py', 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7B34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4A"/>
                          </a:solidFill>
                        </a:rPr>
                        <a:t>gdb: `break batchnorm.py:210` 가 노드 함수 `node_node_Conv_292`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7B34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4A"/>
                          </a:solidFill>
                        </a:rPr>
                        <a:t>3회 반복 재현성 (locmap/투영 C 바이트 동일)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7B34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7395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F66"/>
                </a:solidFill>
                <a:latin typeface="Pretendard"/>
              </a:rPr>
              <a:t>gdb 실측: break &lt;원본 프레임&gt;:&lt;line&gt; → node_node_Conv_292 함수 주소에 바인딩 확인.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5F66"/>
                </a:solidFill>
                <a:latin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6F95"/>
                </a:solidFill>
                <a:latin typeface="Pretendard"/>
              </a:rPr>
              <a:t>5. 신규 예제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Pretendard"/>
              </a:rPr>
              <a:t>MobileNetV2 (torchvision, dynamo export)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91640"/>
          <a:ext cx="1088136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3920"/>
                <a:gridCol w="2377440"/>
              </a:tblGrid>
              <a:tr h="475488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항목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값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4A"/>
                          </a:solidFill>
                        </a:rPr>
                        <a:t>ONNX 노드 수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4A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4A"/>
                          </a:solidFill>
                        </a:rPr>
                        <a:t>provenance(metadata_props) 매핑된 노드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4A"/>
                          </a:solidFill>
                        </a:rPr>
                        <a:t>100 / 100 (100%)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4A"/>
                          </a:solidFill>
                        </a:rPr>
                        <a:t>join 매칭 / 미매칭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4A"/>
                          </a:solidFill>
                        </a:rPr>
                        <a:t>100 / 0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4A"/>
                          </a:solidFill>
                        </a:rPr>
                        <a:t>삽입된 #line 지시자 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4A"/>
                          </a:solidFill>
                        </a:rPr>
                        <a:t>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4A"/>
                          </a:solidFill>
                        </a:rPr>
                        <a:t>gcc -g 로 .debug_line 섹션이 생성됨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7B34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4A"/>
                          </a:solidFill>
                        </a:rPr>
                        <a:t>.debug_line 에 원본 .py 파일명이 등장 (['activation.py', 'batchnorm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7B34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4A"/>
                          </a:solidFill>
                        </a:rPr>
                        <a:t>투영한 (py파일,라인) 조합이 DWARF 라인테이블에 그대로 존재  [('activation.py', 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7B34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4A"/>
                          </a:solidFill>
                        </a:rPr>
                        <a:t>gdb: `break batchnorm.py:210` 가 노드 함수 `node_node_Conv_810`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7B34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4A"/>
                          </a:solidFill>
                        </a:rPr>
                        <a:t>3회 반복 재현성 (locmap/투영 C 바이트 동일)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7B34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7395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F66"/>
                </a:solidFill>
                <a:latin typeface="Pretendard"/>
              </a:rPr>
              <a:t>ResNet-18보다 2배 큰 그래프(100노드, depthwise conv 포함)에서도 파이프라인 동일하게 동작.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5F66"/>
                </a:solidFill>
                <a:latin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6F95"/>
                </a:solidFill>
                <a:latin typeface="Pretendard"/>
              </a:rPr>
              <a:t>6. 실측 중 발견한 한계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Pretendard"/>
              </a:rPr>
              <a:t>버그 발견: "모든 노드가 같은 한 줄"로 수렴하는 문제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1B2A4A"/>
                </a:solidFill>
                <a:latin typeface="Pretendard"/>
              </a:rPr>
              <a:t>▪ 복잡한 모델을 처음 돌렸을 때: ResNet-18 49개 노드 → 서로 다른 줄 단 1개, MobileNetV2 100개 노드 → 단 1개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B2A4A"/>
                </a:solidFill>
                <a:latin typeface="Pretendard"/>
              </a:rPr>
              <a:t>▪ 원인: info_track._pick_user_frame()이 파이썬 호출 스택의 "가장 바깥쪽" 프레임을 선택</a:t>
            </a:r>
          </a:p>
          <a:p>
            <a:pPr lvl="1">
              <a:spcAft>
                <a:spcPts val="600"/>
              </a:spcAft>
            </a:pPr>
            <a:r>
              <a:rPr sz="1800" b="0">
                <a:solidFill>
                  <a:srgbClr val="5A5F66"/>
                </a:solidFill>
                <a:latin typeface="Pretendard"/>
              </a:rPr>
              <a:t>– TinyCNN처럼 forward()가 한 겹이면 우연히 정답이었지만,</a:t>
            </a:r>
          </a:p>
          <a:p>
            <a:pPr lvl="1">
              <a:spcAft>
                <a:spcPts val="600"/>
              </a:spcAft>
            </a:pPr>
            <a:r>
              <a:rPr sz="1800" b="0">
                <a:solidFill>
                  <a:srgbClr val="5A5F66"/>
                </a:solidFill>
                <a:latin typeface="Pretendard"/>
              </a:rPr>
              <a:t>– ResNet.forward → _forward_impl → BasicBlock.forward 처럼 여러 겹을 거치는 모델에서는</a:t>
            </a:r>
          </a:p>
          <a:p>
            <a:pPr lvl="1">
              <a:spcAft>
                <a:spcPts val="600"/>
              </a:spcAft>
            </a:pPr>
            <a:r>
              <a:rPr sz="1800" b="0">
                <a:solidFill>
                  <a:srgbClr val="5A5F66"/>
                </a:solidFill>
                <a:latin typeface="Pretendard"/>
              </a:rPr>
              <a:t>– 모든 연산이 항상 같은 진입 호출 줄(예: resnet.py:285)로 수렴해버림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B2A4A"/>
                </a:solidFill>
                <a:latin typeface="Pretendard"/>
              </a:rPr>
              <a:t>▪ 수정: "가장 바깥쪽" 대신 "가장 안쪽(실제 연산 실행 지점)" 프레임을 우선하도록 변경</a:t>
            </a:r>
          </a:p>
          <a:p>
            <a:pPr lvl="1">
              <a:spcAft>
                <a:spcPts val="600"/>
              </a:spcAft>
            </a:pPr>
            <a:r>
              <a:rPr sz="1800" b="0">
                <a:solidFill>
                  <a:srgbClr val="5A5F66"/>
                </a:solidFill>
                <a:latin typeface="Pretendard"/>
              </a:rPr>
              <a:t>– ResNet-18: 서로 다른 줄 1개 → 7개</a:t>
            </a:r>
          </a:p>
          <a:p>
            <a:pPr lvl="1">
              <a:spcAft>
                <a:spcPts val="600"/>
              </a:spcAft>
            </a:pPr>
            <a:r>
              <a:rPr sz="1800" b="0">
                <a:solidFill>
                  <a:srgbClr val="5A5F66"/>
                </a:solidFill>
                <a:latin typeface="Pretendard"/>
              </a:rPr>
              <a:t>– MobileNetV2: 서로 다른 줄 1개 → 5개</a:t>
            </a:r>
          </a:p>
          <a:p>
            <a:pPr lvl="1">
              <a:spcAft>
                <a:spcPts val="600"/>
              </a:spcAft>
            </a:pPr>
            <a:r>
              <a:rPr sz="1800" b="0">
                <a:solidFill>
                  <a:srgbClr val="5A5F66"/>
                </a:solidFill>
                <a:latin typeface="Pretendard"/>
              </a:rPr>
              <a:t>– 수정 후에도 DWARF/gdb 검증 4/4 PASS, 3회 재현성 유지 (회귀 없음)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F66"/>
                </a:solidFill>
                <a:latin typeface="Pretendard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5F66"/>
                </a:solidFill>
                <a:latin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6F95"/>
                </a:solidFill>
                <a:latin typeface="Pretendard"/>
              </a:rPr>
              <a:t>7. 남은 한계 및 다음 단계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Pretendard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1B2A4A"/>
                </a:solidFill>
                <a:latin typeface="Pretendard"/>
              </a:rPr>
              <a:t>▪ code_track.py는 여전히 데모 C 생성기 — 실제 harx/EmitC 산출물로 아직 검증 못함</a:t>
            </a:r>
          </a:p>
          <a:p>
            <a:pPr lvl="1">
              <a:spcAft>
                <a:spcPts val="600"/>
              </a:spcAft>
            </a:pPr>
            <a:r>
              <a:rPr sz="1800" b="0">
                <a:solidFill>
                  <a:srgbClr val="5A5F66"/>
                </a:solidFill>
                <a:latin typeface="Pretendard"/>
              </a:rPr>
              <a:t>– get_generated_c(onnx_path)→C문자열 시그니처만 유지하면 구현부 교체로 연동 가능하도록 설계됨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B2A4A"/>
                </a:solidFill>
                <a:latin typeface="Pretendard"/>
              </a:rPr>
              <a:t>▪ 동일 helper(BasicBlock 등)를 여러 인스턴스가 공유하면, line 단위로는 "연산 종류"까지만 구분됨</a:t>
            </a:r>
          </a:p>
          <a:p>
            <a:pPr lvl="1">
              <a:spcAft>
                <a:spcPts val="600"/>
              </a:spcAft>
            </a:pPr>
            <a:r>
              <a:rPr sz="1800" b="0">
                <a:solidFill>
                  <a:srgbClr val="5A5F66"/>
                </a:solidFill>
                <a:latin typeface="Pretendard"/>
              </a:rPr>
              <a:t>– 레이어 인스턴스 단위 구분은 locmap에 이미 있는 module_scope(예: layer1.0.conv1)를 추가로 활용해야 함</a:t>
            </a:r>
          </a:p>
          <a:p>
            <a:pPr lvl="1">
              <a:spcAft>
                <a:spcPts val="600"/>
              </a:spcAft>
            </a:pPr>
            <a:r>
              <a:rPr sz="1800" b="0">
                <a:solidFill>
                  <a:srgbClr val="5A5F66"/>
                </a:solidFill>
                <a:latin typeface="Pretendard"/>
              </a:rPr>
              <a:t>– 단, gdb 관점에서 공용 함수에 건 중단점이 매 호출마다 멈추는 것은 정상 동작 — 치명적 결함은 아님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B2A4A"/>
                </a:solidFill>
                <a:latin typeface="Pretendard"/>
              </a:rPr>
              <a:t>▪ provenance 캡처는 PyTorch(dynamo=True) exporter에서만 검증됨 — 타 프레임워크 미검증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B2A4A"/>
                </a:solidFill>
                <a:latin typeface="Pretendard"/>
              </a:rPr>
              <a:t>▪ 다음: 부산대 실제 EmitC 샘플 확보 → code_track 구현부 교체, 3순위(LLVM lowering) 조사 계속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F66"/>
                </a:solidFill>
                <a:latin typeface="Pretendard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5F66"/>
                </a:solidFill>
                <a:latin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6F95"/>
                </a:solidFill>
                <a:latin typeface="Pretendard"/>
              </a:rPr>
              <a:t>부록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Pretendard"/>
              </a:rPr>
              <a:t>산출물 위치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1B2A4A"/>
                </a:solidFill>
                <a:latin typeface="Pretendard"/>
              </a:rPr>
              <a:t>▪ lab/artifacts/resnet18/, mobilenet_v2/  — 버그 수정 전 1차 실행(비교용, 유지)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B2A4A"/>
                </a:solidFill>
                <a:latin typeface="Pretendard"/>
              </a:rPr>
              <a:t>▪ debug_info_investigation/artifacts/v3/resnet18_dynamo/, mobilenet_v2_dynamo/  — 수정 후 최신 결과(정본)</a:t>
            </a:r>
          </a:p>
          <a:p>
            <a:pPr lvl="1">
              <a:spcAft>
                <a:spcPts val="600"/>
              </a:spcAft>
            </a:pPr>
            <a:r>
              <a:rPr sz="1800" b="0">
                <a:solidFill>
                  <a:srgbClr val="5A5F66"/>
                </a:solidFill>
                <a:latin typeface="Pretendard"/>
              </a:rPr>
              <a:t>– 각 디렉터리: *.locmap.json, *_kernels.c, *_kernels.line.c, *_kernels_dbg, *_pipeline_report.json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B2A4A"/>
                </a:solidFill>
                <a:latin typeface="Pretendard"/>
              </a:rPr>
              <a:t>▪ lab/export_complex_models.py  — resnet18/mobilenet_v2 dynamo export 스크립트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B2A4A"/>
                </a:solidFill>
                <a:latin typeface="Pretendard"/>
              </a:rPr>
              <a:t>▪ debug_info_investigation/info_track.py  — 이번에 수정된 소스 (_pick_user_frame)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B2A4A"/>
                </a:solidFill>
                <a:latin typeface="Pretendard"/>
              </a:rPr>
              <a:t>▪ lab/lab.md  — 재실행 로그 누적 기록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F66"/>
                </a:solidFill>
                <a:latin typeface="Pretendard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5F66"/>
                </a:solidFill>
                <a:latin typeface="Pretendard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